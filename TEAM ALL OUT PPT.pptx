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2" Type="http://schemas.openxmlformats.org/officeDocument/2006/relationships/image" Target="../media/image-101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4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slideLayout" Target="../slideLayouts/slideLayout15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983349"/>
            <a:ext cx="7415927" cy="94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TEAM 'ALL OUT'</a:t>
            </a:r>
            <a:endParaRPr lang="en-US" sz="5950" dirty="0"/>
          </a:p>
        </p:txBody>
      </p:sp>
      <p:sp>
        <p:nvSpPr>
          <p:cNvPr id="4" name="Text 1"/>
          <p:cNvSpPr/>
          <p:nvPr/>
        </p:nvSpPr>
        <p:spPr>
          <a:xfrm>
            <a:off x="864037" y="4299942"/>
            <a:ext cx="7415927" cy="94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PRESENTS</a:t>
            </a:r>
            <a:endParaRPr lang="en-US" sz="5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65128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Hand Cricket Game Using C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39316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 simulation of the classic Hand Cricket game, demonstrating fundamental C programming concepts including random number generation, conditional logic, and iterative structures.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25354"/>
            <a:ext cx="10424755" cy="94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Foundation of Programming</a:t>
            </a:r>
            <a:endParaRPr lang="en-US" sz="5950" dirty="0"/>
          </a:p>
        </p:txBody>
      </p:sp>
      <p:sp>
        <p:nvSpPr>
          <p:cNvPr id="3" name="Text 1"/>
          <p:cNvSpPr/>
          <p:nvPr/>
        </p:nvSpPr>
        <p:spPr>
          <a:xfrm>
            <a:off x="864037" y="2241947"/>
            <a:ext cx="599848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Hand Cricket Game Using C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64037" y="5232440"/>
            <a:ext cx="12902327" cy="30480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5" name="Shape 3"/>
          <p:cNvSpPr/>
          <p:nvPr/>
        </p:nvSpPr>
        <p:spPr>
          <a:xfrm>
            <a:off x="2896314" y="4491871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6" name="Shape 4"/>
          <p:cNvSpPr/>
          <p:nvPr/>
        </p:nvSpPr>
        <p:spPr>
          <a:xfrm>
            <a:off x="2818983" y="5139869"/>
            <a:ext cx="185142" cy="185142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</p:sp>
      <p:sp>
        <p:nvSpPr>
          <p:cNvPr id="7" name="Shape 5"/>
          <p:cNvSpPr/>
          <p:nvPr/>
        </p:nvSpPr>
        <p:spPr>
          <a:xfrm>
            <a:off x="864037" y="3160752"/>
            <a:ext cx="4095036" cy="1331119"/>
          </a:xfrm>
          <a:prstGeom prst="roundRect">
            <a:avLst>
              <a:gd name="adj" fmla="val 779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9954" y="342280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Aarushi Sudhakar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126093" y="3913823"/>
            <a:ext cx="357092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PRN: 1262252767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98137" y="523244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1" name="Shape 9"/>
          <p:cNvSpPr/>
          <p:nvPr/>
        </p:nvSpPr>
        <p:spPr>
          <a:xfrm>
            <a:off x="5020806" y="5139869"/>
            <a:ext cx="185142" cy="185142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</p:sp>
      <p:sp>
        <p:nvSpPr>
          <p:cNvPr id="12" name="Shape 10"/>
          <p:cNvSpPr/>
          <p:nvPr/>
        </p:nvSpPr>
        <p:spPr>
          <a:xfrm>
            <a:off x="3065859" y="5973008"/>
            <a:ext cx="4095036" cy="1331119"/>
          </a:xfrm>
          <a:prstGeom prst="roundRect">
            <a:avLst>
              <a:gd name="adj" fmla="val 779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1777" y="62350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Priyanshu Hazra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3327916" y="6726079"/>
            <a:ext cx="357092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PRN: 1262250762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299960" y="4491871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2629" y="5139869"/>
            <a:ext cx="185142" cy="185142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</p:sp>
      <p:sp>
        <p:nvSpPr>
          <p:cNvPr id="17" name="Shape 15"/>
          <p:cNvSpPr/>
          <p:nvPr/>
        </p:nvSpPr>
        <p:spPr>
          <a:xfrm>
            <a:off x="5267682" y="3160752"/>
            <a:ext cx="4095036" cy="1331119"/>
          </a:xfrm>
          <a:prstGeom prst="roundRect">
            <a:avLst>
              <a:gd name="adj" fmla="val 779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42280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Sejal Kumari Sahu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5529739" y="3913823"/>
            <a:ext cx="357092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PRN: 1262253141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501783" y="523244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21" name="Shape 19"/>
          <p:cNvSpPr/>
          <p:nvPr/>
        </p:nvSpPr>
        <p:spPr>
          <a:xfrm>
            <a:off x="9424452" y="5139869"/>
            <a:ext cx="185142" cy="185142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</p:sp>
      <p:sp>
        <p:nvSpPr>
          <p:cNvPr id="22" name="Shape 20"/>
          <p:cNvSpPr/>
          <p:nvPr/>
        </p:nvSpPr>
        <p:spPr>
          <a:xfrm>
            <a:off x="7469505" y="5973008"/>
            <a:ext cx="4095036" cy="1331119"/>
          </a:xfrm>
          <a:prstGeom prst="roundRect">
            <a:avLst>
              <a:gd name="adj" fmla="val 779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5423" y="62350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Ashika Mehta</a:t>
            </a:r>
            <a:endParaRPr lang="en-US" sz="2150" dirty="0"/>
          </a:p>
        </p:txBody>
      </p:sp>
      <p:sp>
        <p:nvSpPr>
          <p:cNvPr id="24" name="Text 22"/>
          <p:cNvSpPr/>
          <p:nvPr/>
        </p:nvSpPr>
        <p:spPr>
          <a:xfrm>
            <a:off x="7731562" y="6726079"/>
            <a:ext cx="357092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PRN: 1262253336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1703606" y="4491871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26275" y="5139869"/>
            <a:ext cx="185142" cy="185142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</p:sp>
      <p:sp>
        <p:nvSpPr>
          <p:cNvPr id="27" name="Shape 25"/>
          <p:cNvSpPr/>
          <p:nvPr/>
        </p:nvSpPr>
        <p:spPr>
          <a:xfrm>
            <a:off x="9671328" y="3160752"/>
            <a:ext cx="4095036" cy="1331119"/>
          </a:xfrm>
          <a:prstGeom prst="roundRect">
            <a:avLst>
              <a:gd name="adj" fmla="val 779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47246" y="342280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Krishna Bhandari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9933384" y="3913823"/>
            <a:ext cx="357092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PRN: 1262254003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3555" y="660321"/>
            <a:ext cx="4357926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Simulate it in C?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823555" y="1519595"/>
            <a:ext cx="7496889" cy="110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Simulating Hand Cricket in C provides an excellent opportunity to learn and apply fundamental programming concepts through practical game development.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23555" y="2958584"/>
            <a:ext cx="4183380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Learning Objectives</a:t>
            </a:r>
            <a:endParaRPr lang="en-US" sz="3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555" y="3817858"/>
            <a:ext cx="588288" cy="588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2116" y="3817858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Logic Building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692116" y="4279225"/>
            <a:ext cx="6628328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Translate game rules into logical C program structures.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555" y="5095280"/>
            <a:ext cx="588288" cy="588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2116" y="5095280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Control Flow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692116" y="5556647"/>
            <a:ext cx="6628328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Master loops and conditional statements for dynamic gameplay.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555" y="6372701"/>
            <a:ext cx="588288" cy="5882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2116" y="6372701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Randomness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692116" y="6834068"/>
            <a:ext cx="6628328" cy="73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random number generation for unpredictable game outcomes.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0403" y="508992"/>
            <a:ext cx="377190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Game Rules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080403" y="1410057"/>
            <a:ext cx="7955994" cy="1151811"/>
          </a:xfrm>
          <a:prstGeom prst="roundRect">
            <a:avLst>
              <a:gd name="adj" fmla="val 952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080403" y="1387197"/>
            <a:ext cx="7955994" cy="91440"/>
          </a:xfrm>
          <a:prstGeom prst="roundRect">
            <a:avLst>
              <a:gd name="adj" fmla="val 77962"/>
            </a:avLst>
          </a:prstGeom>
          <a:solidFill>
            <a:srgbClr val="A95B95"/>
          </a:solidFill>
          <a:ln/>
        </p:spPr>
      </p:sp>
      <p:sp>
        <p:nvSpPr>
          <p:cNvPr id="6" name="Shape 3"/>
          <p:cNvSpPr/>
          <p:nvPr/>
        </p:nvSpPr>
        <p:spPr>
          <a:xfrm>
            <a:off x="9803844" y="1155502"/>
            <a:ext cx="509111" cy="509111"/>
          </a:xfrm>
          <a:prstGeom prst="roundRect">
            <a:avLst>
              <a:gd name="adj" fmla="val 179607"/>
            </a:avLst>
          </a:prstGeom>
          <a:solidFill>
            <a:srgbClr val="A95B95"/>
          </a:solidFill>
          <a:ln/>
        </p:spPr>
      </p:sp>
      <p:sp>
        <p:nvSpPr>
          <p:cNvPr id="7" name="Text 4"/>
          <p:cNvSpPr/>
          <p:nvPr/>
        </p:nvSpPr>
        <p:spPr>
          <a:xfrm>
            <a:off x="9956602" y="128277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72927" y="1834396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Number Selection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72927" y="2140148"/>
            <a:ext cx="757094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Players secretly choose a number from 1 to 6 (or 0-6, with special outcomes for zero).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403" y="2933105"/>
            <a:ext cx="7955994" cy="1151811"/>
          </a:xfrm>
          <a:prstGeom prst="roundRect">
            <a:avLst>
              <a:gd name="adj" fmla="val 952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080403" y="2910245"/>
            <a:ext cx="7955994" cy="91440"/>
          </a:xfrm>
          <a:prstGeom prst="roundRect">
            <a:avLst>
              <a:gd name="adj" fmla="val 77962"/>
            </a:avLst>
          </a:prstGeom>
          <a:solidFill>
            <a:srgbClr val="A95B95"/>
          </a:solidFill>
          <a:ln/>
        </p:spPr>
      </p:sp>
      <p:sp>
        <p:nvSpPr>
          <p:cNvPr id="12" name="Shape 9"/>
          <p:cNvSpPr/>
          <p:nvPr/>
        </p:nvSpPr>
        <p:spPr>
          <a:xfrm>
            <a:off x="9803844" y="2678549"/>
            <a:ext cx="509111" cy="509111"/>
          </a:xfrm>
          <a:prstGeom prst="roundRect">
            <a:avLst>
              <a:gd name="adj" fmla="val 179607"/>
            </a:avLst>
          </a:prstGeom>
          <a:solidFill>
            <a:srgbClr val="A95B95"/>
          </a:solidFill>
          <a:ln/>
        </p:spPr>
      </p:sp>
      <p:sp>
        <p:nvSpPr>
          <p:cNvPr id="13" name="Text 10"/>
          <p:cNvSpPr/>
          <p:nvPr/>
        </p:nvSpPr>
        <p:spPr>
          <a:xfrm>
            <a:off x="9956602" y="2805827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72927" y="3357443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"Out" Rule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272927" y="3663196"/>
            <a:ext cx="757094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If both player and computer reveal the same number, the current batsman is out.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80403" y="4456152"/>
            <a:ext cx="7955994" cy="1151811"/>
          </a:xfrm>
          <a:prstGeom prst="roundRect">
            <a:avLst>
              <a:gd name="adj" fmla="val 952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080403" y="4433292"/>
            <a:ext cx="7955994" cy="91440"/>
          </a:xfrm>
          <a:prstGeom prst="roundRect">
            <a:avLst>
              <a:gd name="adj" fmla="val 77962"/>
            </a:avLst>
          </a:prstGeom>
          <a:solidFill>
            <a:srgbClr val="A95B95"/>
          </a:solidFill>
          <a:ln/>
        </p:spPr>
      </p:sp>
      <p:sp>
        <p:nvSpPr>
          <p:cNvPr id="18" name="Shape 15"/>
          <p:cNvSpPr/>
          <p:nvPr/>
        </p:nvSpPr>
        <p:spPr>
          <a:xfrm>
            <a:off x="9803844" y="4201597"/>
            <a:ext cx="509111" cy="509111"/>
          </a:xfrm>
          <a:prstGeom prst="roundRect">
            <a:avLst>
              <a:gd name="adj" fmla="val 179607"/>
            </a:avLst>
          </a:prstGeom>
          <a:solidFill>
            <a:srgbClr val="A95B95"/>
          </a:solidFill>
          <a:ln/>
        </p:spPr>
      </p:sp>
      <p:sp>
        <p:nvSpPr>
          <p:cNvPr id="19" name="Text 16"/>
          <p:cNvSpPr/>
          <p:nvPr/>
        </p:nvSpPr>
        <p:spPr>
          <a:xfrm>
            <a:off x="9956602" y="4328874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72927" y="4880491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Special Zero Rule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272927" y="5186243"/>
            <a:ext cx="757094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If both choose '0', a unique event occurs, adding an exciting twist to gameplay.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80403" y="5979200"/>
            <a:ext cx="7955994" cy="1151811"/>
          </a:xfrm>
          <a:prstGeom prst="roundRect">
            <a:avLst>
              <a:gd name="adj" fmla="val 952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080403" y="5956340"/>
            <a:ext cx="7955994" cy="91440"/>
          </a:xfrm>
          <a:prstGeom prst="roundRect">
            <a:avLst>
              <a:gd name="adj" fmla="val 77962"/>
            </a:avLst>
          </a:prstGeom>
          <a:solidFill>
            <a:srgbClr val="A95B95"/>
          </a:solidFill>
          <a:ln/>
        </p:spPr>
      </p:sp>
      <p:sp>
        <p:nvSpPr>
          <p:cNvPr id="24" name="Shape 21"/>
          <p:cNvSpPr/>
          <p:nvPr/>
        </p:nvSpPr>
        <p:spPr>
          <a:xfrm>
            <a:off x="9803844" y="5724644"/>
            <a:ext cx="509111" cy="509111"/>
          </a:xfrm>
          <a:prstGeom prst="roundRect">
            <a:avLst>
              <a:gd name="adj" fmla="val 179607"/>
            </a:avLst>
          </a:prstGeom>
          <a:solidFill>
            <a:srgbClr val="A95B95"/>
          </a:solidFill>
          <a:ln/>
        </p:spPr>
      </p:sp>
      <p:sp>
        <p:nvSpPr>
          <p:cNvPr id="25" name="Text 22"/>
          <p:cNvSpPr/>
          <p:nvPr/>
        </p:nvSpPr>
        <p:spPr>
          <a:xfrm>
            <a:off x="9956602" y="5851922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72927" y="6403538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Limited Overs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272927" y="6709291"/>
            <a:ext cx="7570946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inning is capped at 3 overs, which translates to a maximum of 18 balls.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80403" y="7262217"/>
            <a:ext cx="795599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diagram illustrates the core mechanic: matching numbers lead to an immediate 'out' for the current batting side.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009" y="856536"/>
            <a:ext cx="5657850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Essential Header Files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837009" y="2129076"/>
            <a:ext cx="2977396" cy="2564130"/>
          </a:xfrm>
          <a:prstGeom prst="roundRect">
            <a:avLst>
              <a:gd name="adj" fmla="val 391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3707" y="2375773"/>
            <a:ext cx="24840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stdio.h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083707" y="2939653"/>
            <a:ext cx="2484001" cy="113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Standard input/output operations for user interaction and display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046101" y="2129076"/>
            <a:ext cx="2977396" cy="2564130"/>
          </a:xfrm>
          <a:prstGeom prst="roundRect">
            <a:avLst>
              <a:gd name="adj" fmla="val 391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2798" y="2375773"/>
            <a:ext cx="24840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stdlib.h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4292798" y="2939653"/>
            <a:ext cx="2484001" cy="150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Random number generation functions essential for computer moves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009" y="4924901"/>
            <a:ext cx="2977396" cy="2187416"/>
          </a:xfrm>
          <a:prstGeom prst="roundRect">
            <a:avLst>
              <a:gd name="adj" fmla="val 459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3707" y="5171599"/>
            <a:ext cx="24840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time.h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083707" y="5735479"/>
            <a:ext cx="2484001" cy="113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System time access for seeding randomness and ensuring unpredictability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046101" y="4924901"/>
            <a:ext cx="2977396" cy="2187416"/>
          </a:xfrm>
          <a:prstGeom prst="roundRect">
            <a:avLst>
              <a:gd name="adj" fmla="val 459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2798" y="5171599"/>
            <a:ext cx="24840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string.h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4292798" y="5735479"/>
            <a:ext cx="2484001" cy="113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rovides functions for handling and manipulating strings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14523" y="2100143"/>
            <a:ext cx="4023955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Randomness Matters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614523" y="2730341"/>
            <a:ext cx="6186488" cy="150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Hand Cricket requires unpredictable computer choices to simulate realistic opponent behavior. Without proper randomization using time-based seeding, the computer would make identical moves every game.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64525"/>
            <a:ext cx="925068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Random Number Generation Logic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267426"/>
            <a:ext cx="485441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Randomization Concepts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4037" y="2925723"/>
            <a:ext cx="6150054" cy="341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rand()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generates pseudo-random numbers using a mathematical algorithm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srand(time(0))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seeds the generator with current timestamp, ensuring unique sequences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Modulo operation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constrains output to game-valid range (1–6)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Fixed ball count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maintains standard over structure for balanced gameplay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23929" y="2298263"/>
            <a:ext cx="6150054" cy="3654028"/>
          </a:xfrm>
          <a:prstGeom prst="roundRect">
            <a:avLst>
              <a:gd name="adj" fmla="val 2838"/>
            </a:avLst>
          </a:prstGeom>
          <a:solidFill>
            <a:srgbClr val="181930"/>
          </a:solidFill>
          <a:ln/>
        </p:spPr>
      </p:sp>
      <p:sp>
        <p:nvSpPr>
          <p:cNvPr id="6" name="Shape 4"/>
          <p:cNvSpPr/>
          <p:nvPr/>
        </p:nvSpPr>
        <p:spPr>
          <a:xfrm>
            <a:off x="7611666" y="2298263"/>
            <a:ext cx="6174581" cy="3654028"/>
          </a:xfrm>
          <a:prstGeom prst="roundRect">
            <a:avLst>
              <a:gd name="adj" fmla="val 1013"/>
            </a:avLst>
          </a:prstGeom>
          <a:solidFill>
            <a:srgbClr val="181930"/>
          </a:solidFill>
          <a:ln/>
        </p:spPr>
      </p:sp>
      <p:sp>
        <p:nvSpPr>
          <p:cNvPr id="7" name="Text 5"/>
          <p:cNvSpPr/>
          <p:nvPr/>
        </p:nvSpPr>
        <p:spPr>
          <a:xfrm>
            <a:off x="7920276" y="2545080"/>
            <a:ext cx="5557361" cy="3160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Initialize random seed</a:t>
            </a: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srand(time(0));</a:t>
            </a: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Generate computer move (1-6)</a:t>
            </a: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computer = rand() % 6 + 1;</a:t>
            </a: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Set balls per innings</a:t>
            </a: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balls = 6;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6229945"/>
            <a:ext cx="6150054" cy="81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Range explanation: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6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produces 0–5, adding 1 shifts to 1–6, matching valid cricket shots.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29558"/>
            <a:ext cx="908220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Program Structure &amp; Architecture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40911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Hand Cricket game is built upon several key components working in concert to deliver an engaging gameplay experience.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081814"/>
            <a:ext cx="4136231" cy="2230755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333" y="335911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Toss System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141333" y="3850124"/>
            <a:ext cx="358163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Determines which player or team bats first, adding an element of chance.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7084" y="3081814"/>
            <a:ext cx="4136231" cy="2230755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381" y="3359110"/>
            <a:ext cx="32455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Batting &amp; Bowling Logic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5524381" y="3850124"/>
            <a:ext cx="358163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Manages the core gameplay, including player inputs, scoring, and 'out' conditions.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30132" y="3081814"/>
            <a:ext cx="4136231" cy="2230755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7429" y="335911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Score Tracking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907429" y="3850124"/>
            <a:ext cx="358163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Keeps a running tally of runs, wickets, and overs for both innings.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4037" y="5559385"/>
            <a:ext cx="12902327" cy="1440656"/>
          </a:xfrm>
          <a:prstGeom prst="roundRect">
            <a:avLst>
              <a:gd name="adj" fmla="val 719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1333" y="583668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Match Result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141333" y="6327696"/>
            <a:ext cx="123477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Determines the winner based on the final scores and declares the outcome.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501" y="701040"/>
            <a:ext cx="7214354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C Programming Concepts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69501" y="1605558"/>
            <a:ext cx="13091398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Developing the Hand Cricket game in C leverages several fundamental programming concepts, crucial for building any robust application.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501" y="2158365"/>
            <a:ext cx="6447830" cy="2398038"/>
          </a:xfrm>
          <a:prstGeom prst="roundRect">
            <a:avLst>
              <a:gd name="adj" fmla="val 385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910" y="2385774"/>
            <a:ext cx="659606" cy="659606"/>
          </a:xfrm>
          <a:prstGeom prst="roundRect">
            <a:avLst>
              <a:gd name="adj" fmla="val 13861435"/>
            </a:avLst>
          </a:prstGeom>
          <a:solidFill>
            <a:srgbClr val="A95B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8242" y="2567107"/>
            <a:ext cx="296823" cy="296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910" y="3241119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Variables &amp; Arrays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96910" y="3663910"/>
            <a:ext cx="5993011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Essential for storing dynamic game data like player names, scores, and the current game state, ensuring efficient data management.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13069" y="2158365"/>
            <a:ext cx="6447830" cy="2398038"/>
          </a:xfrm>
          <a:prstGeom prst="roundRect">
            <a:avLst>
              <a:gd name="adj" fmla="val 385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40479" y="2385774"/>
            <a:ext cx="659606" cy="659606"/>
          </a:xfrm>
          <a:prstGeom prst="roundRect">
            <a:avLst>
              <a:gd name="adj" fmla="val 13861435"/>
            </a:avLst>
          </a:prstGeom>
          <a:solidFill>
            <a:srgbClr val="A95B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1811" y="2567107"/>
            <a:ext cx="296823" cy="2968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0479" y="3241119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Loops (for loop)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40479" y="3663910"/>
            <a:ext cx="5993011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Crucial for managing repetitive actions, such as iterating through overs, balls within an over, and innings for both players.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69501" y="4752142"/>
            <a:ext cx="6447830" cy="2776299"/>
          </a:xfrm>
          <a:prstGeom prst="roundRect">
            <a:avLst>
              <a:gd name="adj" fmla="val 332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96910" y="4979551"/>
            <a:ext cx="659606" cy="659606"/>
          </a:xfrm>
          <a:prstGeom prst="roundRect">
            <a:avLst>
              <a:gd name="adj" fmla="val 13861435"/>
            </a:avLst>
          </a:prstGeom>
          <a:solidFill>
            <a:srgbClr val="A95B9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8242" y="5160883"/>
            <a:ext cx="296823" cy="2968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6910" y="5834896"/>
            <a:ext cx="375677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Conditional Statements (if-else)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96910" y="6257687"/>
            <a:ext cx="5993011" cy="99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core game logic, determining outcomes like an 'out', run scoring, and handling special conditions based on player and computer choices.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413069" y="4752142"/>
            <a:ext cx="6447830" cy="2776299"/>
          </a:xfrm>
          <a:prstGeom prst="roundRect">
            <a:avLst>
              <a:gd name="adj" fmla="val 332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40479" y="4979551"/>
            <a:ext cx="659606" cy="659606"/>
          </a:xfrm>
          <a:prstGeom prst="roundRect">
            <a:avLst>
              <a:gd name="adj" fmla="val 13861435"/>
            </a:avLst>
          </a:prstGeom>
          <a:solidFill>
            <a:srgbClr val="A95B9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1811" y="5160883"/>
            <a:ext cx="296823" cy="2968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0479" y="5834896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Standard Functions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40479" y="6257687"/>
            <a:ext cx="5993011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Functions like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generate the unpredictable numbers for gameplay, while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strcmp()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compares player inputs with computer choices, simulating realistic game mechanics.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8255" y="566023"/>
            <a:ext cx="511147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Batting System &amp; Mechanics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228255" y="1305401"/>
            <a:ext cx="184308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Batting Works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228255" y="1647230"/>
            <a:ext cx="4884539" cy="66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batting phase is where the player attempts to score runs while avoiding getting "out." It requires a delicate balance of player input and randomized computer response.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28255" y="2412921"/>
            <a:ext cx="4884539" cy="233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Player's Turn: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player inputs a number from 1 to 6, representing their desired runs for that ball.</a:t>
            </a:r>
            <a:endParaRPr lang="en-US" sz="13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Computer's Response: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Simultaneously, the computer generates a random number, also from 1 to 6, acting as the "bowler."</a:t>
            </a:r>
            <a:endParaRPr lang="en-US" sz="13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Run Scoring Logic: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If the player's chosen number does not match the computer's number, the player's number is added to their total score.</a:t>
            </a:r>
            <a:endParaRPr lang="en-US" sz="13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Getting "Out":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If the player's chosen number matches the computer's number, the batsman is declared "out," and their inning ends immediately.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24988" y="1305401"/>
            <a:ext cx="264902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Pseudocode for Batting Loop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24988" y="1661160"/>
            <a:ext cx="4884539" cy="5877044"/>
          </a:xfrm>
          <a:prstGeom prst="roundRect">
            <a:avLst>
              <a:gd name="adj" fmla="val 1426"/>
            </a:avLst>
          </a:prstGeom>
          <a:solidFill>
            <a:srgbClr val="181930"/>
          </a:solidFill>
          <a:ln/>
        </p:spPr>
      </p:sp>
      <p:sp>
        <p:nvSpPr>
          <p:cNvPr id="8" name="Shape 6"/>
          <p:cNvSpPr/>
          <p:nvPr/>
        </p:nvSpPr>
        <p:spPr>
          <a:xfrm>
            <a:off x="7516773" y="1661160"/>
            <a:ext cx="4900970" cy="5877044"/>
          </a:xfrm>
          <a:prstGeom prst="roundRect">
            <a:avLst>
              <a:gd name="adj" fmla="val 508"/>
            </a:avLst>
          </a:prstGeom>
          <a:solidFill>
            <a:srgbClr val="181930"/>
          </a:solidFill>
          <a:ln/>
        </p:spPr>
      </p:sp>
      <p:sp>
        <p:nvSpPr>
          <p:cNvPr id="9" name="Text 7"/>
          <p:cNvSpPr/>
          <p:nvPr/>
        </p:nvSpPr>
        <p:spPr>
          <a:xfrm>
            <a:off x="7724061" y="1827014"/>
            <a:ext cx="4486394" cy="5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Function to handle a single batting inning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function play_batting_inning():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current_runs = 0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balls_faced = 0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while balls_faced &lt; MAX_BALLS_PER_INNING and not player_is_out: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player_choice = get_player_input() // (1-6)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computer_choice = generate_random_number() // (1-6)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display_choices(player_choice, computer_choice)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if player_choice == computer_choice: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print("OUT!")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player_is_out = true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else: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current_runs = current_runs + player_choice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print(f"Player scores {player_choice} runs.")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print(f"Total Score: {current_runs}")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balls_faced = balls_faced + 1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current_runs</a:t>
            </a:r>
            <a:endParaRPr lang="en-US" sz="13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7430" y="500063"/>
            <a:ext cx="6074807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Bowling &amp; Wicket Management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107430" y="1184196"/>
            <a:ext cx="79019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bowling phase is pivotal, as the computer attempts to get the player "out" by matching numbers. Effective wicket management is key for both sides.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7430" y="1815346"/>
            <a:ext cx="443627" cy="4436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10482" y="1815346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Limited Wickets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710482" y="2138243"/>
            <a:ext cx="72988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player has a maximum of 3 wickets per inning. Losing all wickets ends the inning regardless of overs remaining.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7430" y="2880955"/>
            <a:ext cx="443627" cy="4436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10482" y="2880955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Bowler Rotation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710482" y="3203853"/>
            <a:ext cx="72988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Conceptually, the "bowler" (computer's random number generation pattern) changes after every over, adding dynamic unpredictability.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7430" y="3946565"/>
            <a:ext cx="443627" cy="44362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10482" y="3946565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Tracking Progress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710482" y="4269462"/>
            <a:ext cx="72988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diligently tracks runs conceded by the "bowler" and the number of wickets taken throughout the inning.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107430" y="4948357"/>
            <a:ext cx="4006215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Inning Progress: Wickets and Runs</a:t>
            </a:r>
            <a:endParaRPr lang="en-US" sz="1850" dirty="0"/>
          </a:p>
        </p:txBody>
      </p:sp>
      <p:sp>
        <p:nvSpPr>
          <p:cNvPr id="15" name="Shape 9"/>
          <p:cNvSpPr/>
          <p:nvPr/>
        </p:nvSpPr>
        <p:spPr>
          <a:xfrm>
            <a:off x="6107430" y="5435203"/>
            <a:ext cx="7901940" cy="1663065"/>
          </a:xfrm>
          <a:prstGeom prst="roundRect">
            <a:avLst>
              <a:gd name="adj" fmla="val 44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115050" y="5442823"/>
            <a:ext cx="7886700" cy="4119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92453" y="5526881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Over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873603" y="5526881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Runs This Over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450943" y="5526881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Wickets Taken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028283" y="5526881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Total Runs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2605623" y="5526881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Total Wickets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115050" y="5854779"/>
            <a:ext cx="7886700" cy="4119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292453" y="5938838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73603" y="5938838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15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450943" y="5938838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028283" y="5938838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15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2605623" y="5938838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115050" y="6266736"/>
            <a:ext cx="7886700" cy="4119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292453" y="6350794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873603" y="6350794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450943" y="6350794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11028283" y="6350794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23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12605623" y="6350794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6115050" y="6678692"/>
            <a:ext cx="7886700" cy="4119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292453" y="6762750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873603" y="6762750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12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9450943" y="6762750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11028283" y="6762750"/>
            <a:ext cx="121491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35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12605623" y="6762750"/>
            <a:ext cx="121872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6107430" y="7241738"/>
            <a:ext cx="79019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table illustrates how runs and wickets are accumulated over the course of an inning, with the "bowler" effectively rotating each over.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1528" y="539710"/>
            <a:ext cx="554593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Sample Code &amp; Gameplay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01528" y="1177647"/>
            <a:ext cx="4430197" cy="38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Left column shows a clean code snippet with the main structure and key functions.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01528" y="1668185"/>
            <a:ext cx="4430197" cy="5918478"/>
          </a:xfrm>
          <a:prstGeom prst="roundRect">
            <a:avLst>
              <a:gd name="adj" fmla="val 1426"/>
            </a:avLst>
          </a:prstGeom>
          <a:solidFill>
            <a:srgbClr val="181930"/>
          </a:solidFill>
          <a:ln/>
        </p:spPr>
      </p:sp>
      <p:sp>
        <p:nvSpPr>
          <p:cNvPr id="5" name="Shape 3"/>
          <p:cNvSpPr/>
          <p:nvPr/>
        </p:nvSpPr>
        <p:spPr>
          <a:xfrm>
            <a:off x="2694027" y="1668185"/>
            <a:ext cx="4445198" cy="5918478"/>
          </a:xfrm>
          <a:prstGeom prst="roundRect">
            <a:avLst>
              <a:gd name="adj" fmla="val 508"/>
            </a:avLst>
          </a:prstGeom>
          <a:solidFill>
            <a:srgbClr val="181930"/>
          </a:solidFill>
          <a:ln/>
        </p:spPr>
      </p:sp>
      <p:sp>
        <p:nvSpPr>
          <p:cNvPr id="6" name="Text 4"/>
          <p:cNvSpPr/>
          <p:nvPr/>
        </p:nvSpPr>
        <p:spPr>
          <a:xfrm>
            <a:off x="2882027" y="1818561"/>
            <a:ext cx="4069199" cy="5617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#include &lt;stdio.h&gt;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#include &lt;stdlib.h&gt;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#include &lt;time.h&gt;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#include &lt;string.h&gt;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main() {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srand(time(0));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int playerScore = 0, computerScore = 0;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int wickets = 0, maxWickets = 3;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// Batting phase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for(int ball = 1; ball &lt;= 6; ball++) {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int playerChoice, computerChoice;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printf("Ball %d - Enter your run (1-6): ", ball);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scanf("%d", &amp;playerChoice);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computerChoice = rand() % 6 + 1;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if(playerChoice == computerChoice) {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printf("OUT!\n");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break;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}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playerScore += playerChoice;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printf("Final Score: %d\n", playerScore);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0;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06295" y="1177647"/>
            <a:ext cx="4430197" cy="38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Right column shows example gameplay output demonstrating the game in action.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06295" y="1668185"/>
            <a:ext cx="4430197" cy="2044184"/>
          </a:xfrm>
          <a:prstGeom prst="roundRect">
            <a:avLst>
              <a:gd name="adj" fmla="val 3091"/>
            </a:avLst>
          </a:prstGeom>
          <a:solidFill>
            <a:srgbClr val="181930"/>
          </a:solidFill>
          <a:ln/>
        </p:spPr>
      </p:sp>
      <p:sp>
        <p:nvSpPr>
          <p:cNvPr id="9" name="Shape 7"/>
          <p:cNvSpPr/>
          <p:nvPr/>
        </p:nvSpPr>
        <p:spPr>
          <a:xfrm>
            <a:off x="7498794" y="1668185"/>
            <a:ext cx="4445198" cy="2044184"/>
          </a:xfrm>
          <a:prstGeom prst="roundRect">
            <a:avLst>
              <a:gd name="adj" fmla="val 1104"/>
            </a:avLst>
          </a:prstGeom>
          <a:solidFill>
            <a:srgbClr val="181930"/>
          </a:solidFill>
          <a:ln/>
        </p:spPr>
      </p:sp>
      <p:sp>
        <p:nvSpPr>
          <p:cNvPr id="10" name="Text 8"/>
          <p:cNvSpPr/>
          <p:nvPr/>
        </p:nvSpPr>
        <p:spPr>
          <a:xfrm>
            <a:off x="7686794" y="1818561"/>
            <a:ext cx="4069199" cy="174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Ball 1 - Enter your run (1-6): 4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Computer bowled: 2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Player scores 4 runs. Total: 4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Ball 2 - Enter your run (1-6): 3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Computer bowled: 3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OUT!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9C0FF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Final Score: 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3" y="668417"/>
            <a:ext cx="8470106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Advanced Features &amp; Enhancements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8673" y="1622346"/>
            <a:ext cx="1301305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These advanced features are designed to elevate the basic Hand Cricket game, making it more realistic, dynamic, and engaging for players.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673" y="2142887"/>
            <a:ext cx="530423" cy="530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8673" y="2901196"/>
            <a:ext cx="270712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3-Player Batting Lineup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08673" y="3305175"/>
            <a:ext cx="4185761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Configure a lineup of up to three batsmen, mirroring real-world cricket team dynamics and extending gameplay.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2319" y="2142887"/>
            <a:ext cx="530423" cy="5304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2319" y="2901196"/>
            <a:ext cx="275784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Player Names Displayed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222319" y="3305175"/>
            <a:ext cx="4185761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Player names are dynamically shown during play, adding personalization and clarity to the game's competitive aspect.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5966" y="2142887"/>
            <a:ext cx="530423" cy="5304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35966" y="2901196"/>
            <a:ext cx="279106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Next Batsman Transition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635966" y="3305175"/>
            <a:ext cx="4185761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Experience smooth transitions as a new batsman automatically comes to the crease when a wicket falls.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8673" y="4616291"/>
            <a:ext cx="530423" cy="5304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8673" y="5374600"/>
            <a:ext cx="307609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Over-wise Bowler Rotation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08673" y="5778579"/>
            <a:ext cx="4185761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computer's "bowling" strategy dynamically adapts with each over, introducing varied challenges and unpredictability.</a:t>
            </a:r>
            <a:endParaRPr lang="en-US" sz="1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2319" y="4616291"/>
            <a:ext cx="530423" cy="5304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22319" y="5374600"/>
            <a:ext cx="302740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Comprehensive Scorecard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5222319" y="5778579"/>
            <a:ext cx="4185761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detailed scorecard tracks runs, wickets, and overs, providing a complete overview of match statistics and performance.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808673" y="6930152"/>
            <a:ext cx="1301305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enhancement contributes to a richer and more authentic Hand Cricket simulation, pushing the boundaries of what's possible within a simple C program.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0026" y="541020"/>
            <a:ext cx="598836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&amp; Future Possibilities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10026" y="1059180"/>
            <a:ext cx="3017520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We Learned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2110026" y="1611273"/>
            <a:ext cx="3392329" cy="1973699"/>
          </a:xfrm>
          <a:prstGeom prst="roundRect">
            <a:avLst>
              <a:gd name="adj" fmla="val 36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7310" y="1788557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7327" y="1928455"/>
            <a:ext cx="229076" cy="2290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7310" y="2414349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Game Logic Design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287310" y="2720102"/>
            <a:ext cx="303776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Mastered designing and implementing core game mechanics and rules.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19036" y="1611273"/>
            <a:ext cx="3392329" cy="1973699"/>
          </a:xfrm>
          <a:prstGeom prst="roundRect">
            <a:avLst>
              <a:gd name="adj" fmla="val 36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96320" y="1788557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6337" y="1928455"/>
            <a:ext cx="229076" cy="2290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96320" y="2414349"/>
            <a:ext cx="244637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 Programming Simulation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796320" y="2720102"/>
            <a:ext cx="303776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Applied C programming to simulate a dynamic, interactive game environment.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128046" y="1611273"/>
            <a:ext cx="3392329" cy="1973699"/>
          </a:xfrm>
          <a:prstGeom prst="roundRect">
            <a:avLst>
              <a:gd name="adj" fmla="val 361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05330" y="1788557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5347" y="1928455"/>
            <a:ext cx="229076" cy="2290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05330" y="2414349"/>
            <a:ext cx="18982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Concept Application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305330" y="2720102"/>
            <a:ext cx="3037761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Real-world application of fundamental programming concepts in a practical project.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110026" y="3759994"/>
            <a:ext cx="3017520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Possibilities</a:t>
            </a:r>
            <a:endParaRPr lang="en-US" sz="2350" dirty="0"/>
          </a:p>
        </p:txBody>
      </p:sp>
      <p:sp>
        <p:nvSpPr>
          <p:cNvPr id="20" name="Shape 15"/>
          <p:cNvSpPr/>
          <p:nvPr/>
        </p:nvSpPr>
        <p:spPr>
          <a:xfrm>
            <a:off x="2110026" y="4312087"/>
            <a:ext cx="3392329" cy="1744504"/>
          </a:xfrm>
          <a:prstGeom prst="roundRect">
            <a:avLst>
              <a:gd name="adj" fmla="val 408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87310" y="4489371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7327" y="4629269"/>
            <a:ext cx="229076" cy="2290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7310" y="5115163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Multiplayer Mode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2287310" y="5420916"/>
            <a:ext cx="303776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Introduce competitive play with local or online opponents for enhanced interaction.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619036" y="4312087"/>
            <a:ext cx="3392329" cy="1744504"/>
          </a:xfrm>
          <a:prstGeom prst="roundRect">
            <a:avLst>
              <a:gd name="adj" fmla="val 408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796320" y="4489371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36337" y="4629269"/>
            <a:ext cx="229076" cy="2290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96320" y="5115163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GUI Version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796320" y="5420916"/>
            <a:ext cx="303776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 a graphical user interface using libraries for a visually rich experience.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9128046" y="4312087"/>
            <a:ext cx="3392329" cy="1744504"/>
          </a:xfrm>
          <a:prstGeom prst="roundRect">
            <a:avLst>
              <a:gd name="adj" fmla="val 408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305330" y="4489371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45347" y="4629269"/>
            <a:ext cx="229076" cy="2290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05330" y="5115163"/>
            <a:ext cx="188904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Commentary System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305330" y="5420916"/>
            <a:ext cx="303776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dynamic in-game commentary for an immersive and engaging atmosphere.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2110026" y="6173272"/>
            <a:ext cx="10410349" cy="1515308"/>
          </a:xfrm>
          <a:prstGeom prst="roundRect">
            <a:avLst>
              <a:gd name="adj" fmla="val 470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287310" y="6350556"/>
            <a:ext cx="509111" cy="509111"/>
          </a:xfrm>
          <a:prstGeom prst="roundRect">
            <a:avLst>
              <a:gd name="adj" fmla="val 17958924"/>
            </a:avLst>
          </a:prstGeom>
          <a:solidFill>
            <a:srgbClr val="A95B95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7327" y="6490454"/>
            <a:ext cx="229076" cy="22907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287310" y="6976348"/>
            <a:ext cx="1885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Network Play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2287310" y="7282101"/>
            <a:ext cx="1005578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 remote play, allowing users to compete against friends from anywhere.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46853"/>
            <a:ext cx="7571184" cy="94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Takeaways</a:t>
            </a:r>
            <a:endParaRPr lang="en-US" sz="5950" dirty="0"/>
          </a:p>
        </p:txBody>
      </p:sp>
      <p:sp>
        <p:nvSpPr>
          <p:cNvPr id="3" name="Shape 1"/>
          <p:cNvSpPr/>
          <p:nvPr/>
        </p:nvSpPr>
        <p:spPr>
          <a:xfrm>
            <a:off x="864037" y="3886914"/>
            <a:ext cx="3040380" cy="1895713"/>
          </a:xfrm>
          <a:prstGeom prst="roundRect">
            <a:avLst>
              <a:gd name="adj" fmla="val 54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4148971"/>
            <a:ext cx="25162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Demonstrates Core C Concepts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151233" y="3886914"/>
            <a:ext cx="3040499" cy="1895713"/>
          </a:xfrm>
          <a:prstGeom prst="roundRect">
            <a:avLst>
              <a:gd name="adj" fmla="val 54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13290" y="4148971"/>
            <a:ext cx="2516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Implements Game Logic &amp; AI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438549" y="3886914"/>
            <a:ext cx="3040499" cy="1895713"/>
          </a:xfrm>
          <a:prstGeom prst="roundRect">
            <a:avLst>
              <a:gd name="adj" fmla="val 54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0605" y="4148971"/>
            <a:ext cx="25163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Applies Real-World Programming Patterns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10725864" y="3886914"/>
            <a:ext cx="3040499" cy="1895713"/>
          </a:xfrm>
          <a:prstGeom prst="roundRect">
            <a:avLst>
              <a:gd name="adj" fmla="val 54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87921" y="4148971"/>
            <a:ext cx="251638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Foundation for Advanced Projects</a:t>
            </a:r>
            <a:endParaRPr lang="en-US" sz="2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785824"/>
            <a:ext cx="7415927" cy="189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 from team ALL OUT!</a:t>
            </a:r>
            <a:endParaRPr lang="en-US" sz="5950" dirty="0"/>
          </a:p>
        </p:txBody>
      </p:sp>
      <p:sp>
        <p:nvSpPr>
          <p:cNvPr id="4" name="Text 1"/>
          <p:cNvSpPr/>
          <p:nvPr/>
        </p:nvSpPr>
        <p:spPr>
          <a:xfrm>
            <a:off x="864037" y="5048726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 appreciate your time and attention, hope you enjoyed.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2026-04-13T05:14:00Z</dcterms:created>
  <dcterms:modified xsi:type="dcterms:W3CDTF">2026-04-13T05:14:00Z</dcterms:modified>
</cp:coreProperties>
</file>